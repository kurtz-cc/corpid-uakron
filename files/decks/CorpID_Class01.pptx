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ART 482 · CORPORATE IDENTITY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JAMES KURTZ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Welcome to CorpID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777240" y="4160520"/>
            <a:ext cx="1005840" cy="41148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343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Class 1 · Monday, August 24, 2026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Introductions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77240" y="4160520"/>
            <a:ext cx="1005840" cy="41148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01 · INTRODUCTIONS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Getting to Know You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State your name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What you want out of this course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71600" y="3813048"/>
            <a:ext cx="82296" cy="82296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363931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What you want to learn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4235867"/>
            <a:ext cx="82296" cy="82296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4062131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What you want to accomplish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4658685"/>
            <a:ext cx="82296" cy="82296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4484949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What you want to gain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01 · INTRODUCTIONS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Getting To Know 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Education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13639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4436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Work history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68503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930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Current situation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423367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4164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Family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478231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5902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Hobbies &amp; extras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hi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18688"/>
            <a:ext cx="2110664" cy="1220625"/>
          </a:xfrm>
          <a:prstGeom prst="rect">
            <a:avLst/>
          </a:prstGeom>
        </p:spPr>
      </p:pic>
      <p:pic>
        <p:nvPicPr>
          <p:cNvPr id="3" name="Image 1" descr="littletik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864" y="3014123"/>
            <a:ext cx="2110664" cy="829755"/>
          </a:xfrm>
          <a:prstGeom prst="rect">
            <a:avLst/>
          </a:prstGeom>
        </p:spPr>
      </p:pic>
      <p:pic>
        <p:nvPicPr>
          <p:cNvPr id="4" name="Image 2" descr="hoo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8" y="2426435"/>
            <a:ext cx="2110664" cy="2005131"/>
          </a:xfrm>
          <a:prstGeom prst="rect">
            <a:avLst/>
          </a:prstGeom>
        </p:spPr>
      </p:pic>
      <p:pic>
        <p:nvPicPr>
          <p:cNvPr id="5" name="Image 3" descr="kurtz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471" y="3196167"/>
            <a:ext cx="2110664" cy="4656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mil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Course Overview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77240" y="4160520"/>
            <a:ext cx="1005840" cy="41148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02 · COURSE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08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Corporate Identity Systems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Not just a logo: a complete system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Built for one real, local business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831336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393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Run a full professional rebrand process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4453128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26110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Portfolio-ready by the end of the semester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02 · COURSE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09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Four phases, one semester.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146304" cy="146304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" y="2258568"/>
            <a:ext cx="2786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Discover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310814" y="2313432"/>
            <a:ext cx="25335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Aug 24 – Sep 23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8136" y="2697480"/>
            <a:ext cx="47562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•  Research your business &amp; competitors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•  Sketch concept directions, narrow to one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114800"/>
            <a:ext cx="146304" cy="146304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88136" y="3950208"/>
            <a:ext cx="2786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Define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310814" y="4005072"/>
            <a:ext cx="25335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Sep 28 – Oct 14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88136" y="4389120"/>
            <a:ext cx="47562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•  Lock the system: color, type, grid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•  Write the rationale behind 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47308" y="2423160"/>
            <a:ext cx="146304" cy="146304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4" name="Text 12"/>
          <p:cNvSpPr/>
          <p:nvPr/>
        </p:nvSpPr>
        <p:spPr>
          <a:xfrm>
            <a:off x="6658204" y="2258568"/>
            <a:ext cx="2786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Develop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880881" y="2313432"/>
            <a:ext cx="25335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Oct 19 – Nov 18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58204" y="2697480"/>
            <a:ext cx="47562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•  Build applications across every touchpoint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•  1-on-1 portfolio reviews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47308" y="4114800"/>
            <a:ext cx="146304" cy="146304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8" name="Text 16"/>
          <p:cNvSpPr/>
          <p:nvPr/>
        </p:nvSpPr>
        <p:spPr>
          <a:xfrm>
            <a:off x="6658204" y="3950208"/>
            <a:ext cx="2786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Deliver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880881" y="4005072"/>
            <a:ext cx="25335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Nov 23 – Dec 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58204" y="4389120"/>
            <a:ext cx="47562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•  Finalize the full brand guide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•  Present to industry professionals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57607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Schedule may change as we go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02 · COURSE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10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Brightspace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Attendance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Grades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831336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393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Announcements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4453128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26110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That's it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02 · COURSE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11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corpid.kurtz.cc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Schedule, materials, examples, policies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Functionally replaces Brightspace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831336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393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Let's look at it together right now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02 · COURSE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12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Can't Access the Website?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Tell me anytime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I'll get you the materials directly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Expectations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77240" y="4160520"/>
            <a:ext cx="1005840" cy="41148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03 · EXPECTATIONS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14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How the grade breaks down.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49424"/>
            <a:ext cx="109728" cy="109728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939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Mark Comparisons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23960" y="20939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5%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706624"/>
            <a:ext cx="109728" cy="109728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5511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High-Contrast Drawings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23960" y="25511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5%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3163824"/>
            <a:ext cx="109728" cy="109728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0083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System Definition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23960" y="30083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10%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" y="3621024"/>
            <a:ext cx="109728" cy="109728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4655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Personal Identity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23960" y="34655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5%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77240" y="4078224"/>
            <a:ext cx="109728" cy="109728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9227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Brand Guide + Applications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23960" y="39227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60%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4535424"/>
            <a:ext cx="109728" cy="109728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3799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Process Book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23960" y="43799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10%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77240" y="4992624"/>
            <a:ext cx="109728" cy="109728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8371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Final Presentation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823960" y="48371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5%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77240" y="5449824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52943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Total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823960" y="52943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100%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1051560" y="5276088"/>
            <a:ext cx="9235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03 · EXPECTATIONS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15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Attendance Policy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29 classes, about 79 hours together: make the most of 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Miss more than 2, your grade starts stepping down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831336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393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A lot of people were surprised by that last year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03 · EXPECTATIONS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16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Late Work Policy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10% off per class period late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Nothing accepted after one week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831336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393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That means a zero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03 · EXPECTATIONS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17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AI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University policy applies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Lots of thoughts on this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831336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393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We'll cover it later and throughout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03 · EXPECTATIONS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18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Presentations &amp; Critiques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Phones down, laptops closed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Order will be randomized, be ready to present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03 · EXPECTATIONS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19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Portfolio Showpiece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This becomes a keystone portfolio piece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Put in the real effort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831336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393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This is the one that can help you get a job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03 · EXPECTATIONS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20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Process Over Proof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Not about "proof": it's about real engagement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Engage with the process, not just the checklist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831336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393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Be curious, make mistakes, change direction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4453128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26110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Actually learn, don't just clear the minimum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Today's Assignments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77240" y="4160520"/>
            <a:ext cx="1005840" cy="41148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4718304"/>
            <a:ext cx="118872" cy="118872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454456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Mark Comparisons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5248656"/>
            <a:ext cx="118872" cy="118872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5074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Personal Identity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5779008"/>
            <a:ext cx="118872" cy="118872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560527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Process Book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04 · MARK COMPARISONS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22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Mark Comparisons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10 comparisons, 5 business types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311810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Good marks: from anywhere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3648456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5643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Bad marks: local only (Akron, Cleveland, Columbus, Pittsburgh)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4178808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98678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This becomes your working pool for the rest of the semester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709160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5171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Be ready to explain why each mark is good or bad: it shows your taste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523951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0474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Due Monday, August 31, worth 5%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04 · MARK COMPARISONS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23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What this looks like</a:t>
            </a:r>
            <a:endParaRPr lang="en-US" sz="2600" dirty="0"/>
          </a:p>
        </p:txBody>
      </p:sp>
      <p:pic>
        <p:nvPicPr>
          <p:cNvPr id="5" name="Image 0" descr="comparison-exam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6952" y="1920240"/>
            <a:ext cx="5437791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68756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A past student's Mark Comparisons page · corpid.kurtz.cc has more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04 · PERSONAL IDENTITY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24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Personal Identity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Typographic mark + business card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3154680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6265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Also applies to a resume or letterhead layout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3721608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52958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No fixed checkpoints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77240" y="4288536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965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Develop it in parallel, all semester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77240" y="485546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6634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Due Wednesday, November 18 (end of Develop), worth 5%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04 · PROCESS BOOK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25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Process Book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Document everything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311810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Sketches, dead ends, decisions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3648456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5643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Not just a highlight reel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4178808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98678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Starts today, not week 14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709160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5171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Log something after every class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523951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0474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All semester, worth 10%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05 · BEFORE NEXT CLASS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333333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26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Before next class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Mark Comparisons due Monday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Group review: be ready to talk about it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831336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393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Start your Process Book right away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4453128"/>
            <a:ext cx="128016" cy="128016"/>
          </a:xfrm>
          <a:prstGeom prst="ellipse">
            <a:avLst/>
          </a:prstGeom>
          <a:solidFill>
            <a:srgbClr val="00AE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26110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No class Wednesday, Aug 26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333333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ART 482 · CORPORATE IDENTITY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32126" y="548640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Avenir LT Pro 65 Medium" pitchFamily="34" charset="0"/>
                <a:ea typeface="Avenir LT Pro 65 Medium" pitchFamily="34" charset="-122"/>
                <a:cs typeface="Avenir LT Pro 65 Medium" pitchFamily="34" charset="-120"/>
              </a:rPr>
              <a:t>27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777240" y="4160520"/>
            <a:ext cx="1005840" cy="41148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343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Mrs Eaves OT" pitchFamily="34" charset="0"/>
                <a:ea typeface="Mrs Eaves OT" pitchFamily="34" charset="-122"/>
                <a:cs typeface="Mrs Eaves OT" pitchFamily="34" charset="-120"/>
              </a:rPr>
              <a:t>See you Monday, August 31.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 · ART 482 · CLASS 1 · FALL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32126" y="6382512"/>
            <a:ext cx="6382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Avenir LT Pro" pitchFamily="34" charset="0"/>
                <a:ea typeface="Avenir LT Pro" pitchFamily="34" charset="-122"/>
                <a:cs typeface="Avenir LT Pro" pitchFamily="34" charset="-120"/>
              </a:rPr>
              <a:t>CORPID.KURTZ.CC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2026-08-23T12:03:36Z</dcterms:created>
  <dcterms:modified xsi:type="dcterms:W3CDTF">2026-08-23T12:03:37Z</dcterms:modified>
</cp:coreProperties>
</file>